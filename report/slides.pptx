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Prediction &amp;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Bank — Business Analytics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churns next quarter, in which segment?</a:t>
            </a:r>
          </a:p>
          <a:p>
            <a:r>
              <a:t>KPIs: churn rate, CLV, retention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AUC-ROC: 0.7394163995726496</a:t>
            </a:r>
          </a:p>
          <a:p>
            <a:r>
              <a:t>Recall (churn): 0.09375</a:t>
            </a:r>
          </a:p>
          <a:p>
            <a:r>
              <a:t>F1: 0.15789473684210525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Segments &amp;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0: Loyal High-Value — churn 0.176</a:t>
            </a:r>
          </a:p>
          <a:p>
            <a:r>
              <a:t>1: Dormant At-Risk — churn 0.079</a:t>
            </a:r>
          </a:p>
          <a:p>
            <a:r>
              <a:t>2: New Explorer — churn 0.028</a:t>
            </a:r>
          </a:p>
          <a:p>
            <a:r>
              <a:t>3: Price-Sensitive — churn 0.022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Per-segment actions tied to CLV/cost (see report §5)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data realism; threshold tuning; live retraining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